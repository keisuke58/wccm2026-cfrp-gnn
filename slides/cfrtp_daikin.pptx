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フッ素樹脂／炭素繊維 熱可塑複合材（CFRTP）の計算力学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残留応力・界面接着・剥離の物理ベース有限要素解析と，従属的な機械学習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mechanics of CFRTP: cure/solidification residual stress, cohesive-zone interlaminar delamination, and impregnation — with ML as a subordinate accelerator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594360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ダイキン工業 × NEDO 共同研究（種検討）／慶應義塾大学 村松研究室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物理（弱形式FE）を精度の権威に，ML は設計加速に限定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背景と目的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材料：ダイキンの CFRTP はフッ素樹脂マトリクスの炭素繊維強化“熱可塑”複合材（航空機構造材料）。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熱硬化エポキシではない → 残留応力の構成則は 溶融→結晶化→冷却（cure でなく）。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特長：耐薬品性・難燃・耐熱・撥水撥油・摺動性。炭素繊維“開繊”技術で含浸性を確保。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製造上の3課題（本検討のターゲット）：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界面接着（低表面エネルギー）→ 層間せん断強度 ILSS が律速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高温成形 → 冷却ΔT・結晶化収縮・CTEミスマッチ → 残留応力・反り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高粘度溶融の含浸 → ボイド／半結晶ゆえ冷却速度依存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目的：3課題を物理ベース FE で定量化し，ML を従属の設計加速層として付す。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5394960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C9C9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本研究の姿勢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・精度の権威：弱形式 FE ／ 実測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・ML の役割：プロセス→特性のサロゲート，逆設計，高速スクリーニング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・出口：Abaqus 本番実装（UMAT / cohesive）への橋渡し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Residual stress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課題① 残留応力：溶融→結晶化→冷却の熱粘弾性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構成則：固化/結晶化度 α の発展（cure kinetics 類似）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CHILE：固化に伴い剛性 g(α) が発達 → ゲル/固化後に応力ロック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固有ひずみ：熱 α_CTE·ΔT ＋ 結晶化収縮 β·Δα（増分）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熱粘弾性緩和 τ(T)：高温で速く緩和，冷却で凍結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弾性のみは過大評価 → 緩和で実測級へ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結果：弾性 500 → 粘弾性 131 MPa（74% 緩和，凍結 ~120℃）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速い冷却ほど残留応力が増大（緩和時間不足；実験的に既知の CFRTP 挙動）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検証：単一プライ自由収縮 → 残留応力 ≈ 0</a:t>
            </a:r>
            <a:endParaRPr lang="en-US" sz="1400" dirty="0"/>
          </a:p>
        </p:txBody>
      </p:sp>
      <p:pic>
        <p:nvPicPr>
          <p:cNvPr id="6" name="Image 0" descr="/home/user/wccm2026-cfrp-gnn/cfrtp_viscoelastic_residual_st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486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 応力緩和が弾性の過大評価を実測級へ引き下げ，冷却速度感度が発現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 / delamination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課題② 界面接着：凝集域と混合モード（B–K）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界面を cohesive-zone 界面要素で表現（双線形 traction–separation）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弱い界面（フッ素樹脂，低表面エネルギー）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ILSS 13.8 MPa vs 表面処理 38.1 MPa（2.8 倍）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せん断ラグ応力集中ゆえ ILSS &lt; τmax（過程帯）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残留応力 × 弱界面の連成：残留せん断が容量を食う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見かけ ILSS 13.8 → 3.9 MPa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混合モード：Camanho–Davila ＋ Benzeggagh–Kenane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消散エネルギー = Gc(B) を機械精度で検証（エネルギー整合）</a:t>
            </a:r>
            <a:endParaRPr lang="en-US" sz="1400" dirty="0"/>
          </a:p>
        </p:txBody>
      </p:sp>
      <p:pic>
        <p:nvPicPr>
          <p:cNvPr id="6" name="Image 0" descr="/home/user/wccm2026-cfrp-gnn/cfrtp_ilss_interf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486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 弱い界面 vs 表面処理の ILSS，および残留せん断による余裕の低下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 / delamination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混合モード剥離の前縁進展（2D 有限要素）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二層梁 ＋ 界面 cohesive（B–K）を弱形式 FE で解く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初期き裂 ＋ 先端に角度 θ の変位（開口＋せん断＝混合モード）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secant（損傷陽解法）反復，不可逆損傷で前縁が進展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結果（θ = 25°）：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剥離前縁 a0 = 5 → 19.8 mm 進展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荷重–変位：上昇 → 伝播ピーク（10.3 kN/m）→ 軟化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界面損傷場と cohesive 過程帯を可視化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種を Abaqus 組み込み cohesive へ移行可能（後述）</a:t>
            </a:r>
            <a:endParaRPr lang="en-US" sz="1400" dirty="0"/>
          </a:p>
        </p:txBody>
      </p:sp>
      <p:pic>
        <p:nvPicPr>
          <p:cNvPr id="6" name="Image 0" descr="/home/user/wccm2026-cfrp-gnn/cfrtp_delamination_2d_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486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 変形二層・界面損傷（前縁），荷重–変位，前縁位置，過程帯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Impregnation / voids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課題③ 含浸とボイド：Darcy 流と開繊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透過率：Gebart 横流れ K(Vf)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Darcy 含浸：t_imp = μ(1−Vf) h² / (2 K ΔP)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高粘度フッ素樹脂溶融 → 含浸が遅くボイド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開繊（fibre spreading）：h → h/s ⇒ t_imp → t_imp/s²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未開繊 tow (100 µm)：t_imp 55 s &gt; 40 s → ボイド 15.9%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開繊 ×2 → 0.8%（μ=6000 では 41% → &lt;1%）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検証：Darcy 前縁が t_imp で中心到達（機械精度）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ダイキンの含浸課題と“開繊”解決策に直結</a:t>
            </a:r>
            <a:endParaRPr lang="en-US" sz="1400" dirty="0"/>
          </a:p>
        </p:txBody>
      </p:sp>
      <p:pic>
        <p:nvPicPr>
          <p:cNvPr id="6" name="Image 0" descr="/home/user/wccm2026-cfrp-gnn/cfrtp_impregnation_vo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486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 含浸前縁，含浸時間，ボイド工程窓，開繊による激減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モデル校正と識別性（ツイン実験）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実測データ差し替えを前提とした校正フレームワーク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現状はツイン実験：既知 θ → 疑似実測（＋ノイズ）→ 逆推定で θ 回復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識別性：残留応力のみでは freeze-in TREF と結晶化 X_inf が縮退（尾根）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観測量（残留応力 ＋ 結晶化度）で尾根を解消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回復：TREF 118.6（真 118），X_inf 0.486（真 0.50）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実測（穴あけ / XRD / 曲率）を差し替えれば本番校正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限界：粗グリッド最小二乗，要ベイズ/ブートストラップ不確かさ</a:t>
            </a:r>
            <a:endParaRPr lang="en-US" sz="1400" dirty="0"/>
          </a:p>
        </p:txBody>
      </p:sp>
      <p:pic>
        <p:nvPicPr>
          <p:cNvPr id="6" name="Image 0" descr="/home/user/wccm2026-cfrp-gnn/cfrtp_calib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486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 2 観測量で単一最小の誤差曲面 → パラメータを識別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Surrogate /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サロゲートと逆設計（ML は従属）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データでプロセス → 残留応力の小型 MLP を学習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入力：冷却速度・溶融温度・結晶化傾向 X_inf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未知プロセスへ 1 発推論：残留応力 rel-L2 0.001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応答曲面（冷却速度 × 溶融温度 → 残留応力）＋ FE 検証点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逆設計：低溶融温度＋適切な冷却で残留応力を低減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位置づけ：ML は探索を加速，精度の権威は FE（置換しない）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同枠：半導体側の自己発熱サロゲート／逆設計と同一パイプライン</a:t>
            </a:r>
            <a:endParaRPr lang="en-US" sz="1400" dirty="0"/>
          </a:p>
        </p:txBody>
      </p:sp>
      <p:pic>
        <p:nvPicPr>
          <p:cNvPr id="6" name="Image 0" descr="/home/user/wccm2026-cfrp-gnn/cfrtp_process_surrog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486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 予測 vs FE（対角一致），応答曲面と逆設計の読み取り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本番実装：Abaqus（UMAT / cohesive）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cfrtp_cure_umat.f：直交異方性 CHILE UMAT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硬化/結晶化カイネティクス（α を STATEV）＋収縮＋熱固有ひずみ，増分応力更新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cfrtp_cure_residual.inp：3D [0/90] 残留応力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硬化サイクル温度場駆動，105 節点 / 48 C3D8，3-2-1 拘束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cfrtp_delamination_mixedmode.inp：2D 二層 ＋ 組み込み cohesive＋B–K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 節点 / 240 CPE4 ＋ 45 COH2D4，初期き裂＋混合モード変位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gen_inp.py（再生成）／ run_all.sh ＋ postprocess.py（投入＋odb後処理）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検証手順：1 要素自由収縮 → 残留応力 ≈ 0（未実行・未コンパイル，各自サーバーで検証）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種（物理）  →  Abaqus 本番（UMAT/cohesive）  →  ML サロゲートは両ソルバの上に被覆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まとめと今後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残留応力：熱可塑（溶融→結晶化→冷却）＋CHILE＋粘弾性で実測級（500→131 MPa）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界面：cohesive＋B–K で ILSS と混合モード剥離前縁を定量（自由収縮・エネルギー整合を検証）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含浸：Darcy＋Gebart で開繊効果（t_imp∝1/s²，ボイド 16→&lt;1%）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校正・サロゲート・逆設計：物理主役・ML 従属で一貫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Abaqus 実装（UMAT/.inp）で本番へ橋渡し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今後：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混合モード剥離前縁，Prony 粘弾性・工具拘束，開繊/含浸→力学特性連成</a:t>
            </a:r>
            <a:endParaRPr lang="en-US" sz="1400" dirty="0"/>
          </a:p>
          <a:p>
            <a:pPr lvl="1" marL="6858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実測データでの本番校正，逆設計（低残留応力・アンチスティクション成形）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結言：フッ素樹脂 CFRTP の作りにくさ（界面・残留応力・含浸）を，物理 FE で正しく捉え，ML で速く設計に回す。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CFRTP (fluoropolymer/carbon) — Daikin/NEDO joint research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2026-07-27T13:39:11Z</dcterms:created>
  <dcterms:modified xsi:type="dcterms:W3CDTF">2026-07-27T13:39:11Z</dcterms:modified>
</cp:coreProperties>
</file>